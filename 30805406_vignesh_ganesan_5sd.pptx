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13"/>
  </p:notesMasterIdLst>
  <p:sldIdLst>
    <p:sldId id="306" r:id="rId5"/>
    <p:sldId id="308" r:id="rId6"/>
    <p:sldId id="309" r:id="rId7"/>
    <p:sldId id="310" r:id="rId8"/>
    <p:sldId id="311" r:id="rId9"/>
    <p:sldId id="312" r:id="rId10"/>
    <p:sldId id="313" r:id="rId11"/>
    <p:sldId id="3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4967" autoAdjust="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6/17/2022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8" y="594360"/>
            <a:ext cx="6272784" cy="2843784"/>
          </a:xfrm>
        </p:spPr>
        <p:txBody>
          <a:bodyPr anchor="b"/>
          <a:lstStyle>
            <a:lvl1pPr algn="l">
              <a:defRPr sz="54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41848" y="4700016"/>
            <a:ext cx="5093208" cy="1197864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Graphic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8217780" y="29738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Graphic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7859002" y="27445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Graphic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7843462" y="31982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66432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2936" y="585216"/>
            <a:ext cx="5833872" cy="2276856"/>
          </a:xfrm>
        </p:spPr>
        <p:txBody>
          <a:bodyPr anchor="b"/>
          <a:lstStyle>
            <a:lvl1pPr algn="r">
              <a:defRPr sz="60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2936" y="3127248"/>
            <a:ext cx="5833872" cy="3118104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669987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1965" y="1665520"/>
            <a:ext cx="4266960" cy="426696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335024"/>
            <a:ext cx="6190488" cy="1179576"/>
          </a:xfrm>
        </p:spPr>
        <p:txBody>
          <a:bodyPr lIns="91440" tIns="45720" rIns="91440" bIns="45720"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2825496"/>
            <a:ext cx="6190488" cy="3346704"/>
          </a:xfrm>
        </p:spPr>
        <p:txBody>
          <a:bodyPr/>
          <a:lstStyle>
            <a:lvl1pPr marL="0" indent="0">
              <a:lnSpc>
                <a:spcPct val="110000"/>
              </a:lnSpc>
              <a:buNone/>
              <a:defRPr sz="2000"/>
            </a:lvl1pPr>
            <a:lvl2pPr marL="228600">
              <a:defRPr sz="1800"/>
            </a:lvl2pPr>
            <a:lvl3pPr marL="457200">
              <a:defRPr sz="1600"/>
            </a:lvl3pPr>
            <a:lvl4pPr marL="685800"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0" y="806470"/>
            <a:ext cx="7903723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10">
            <a:extLst>
              <a:ext uri="{FF2B5EF4-FFF2-40B4-BE49-F238E27FC236}">
                <a16:creationId xmlns:a16="http://schemas.microsoft.com/office/drawing/2014/main" id="{AAD06B87-D9B2-4F94-B734-A8F039A2033F}"/>
              </a:ext>
            </a:extLst>
          </p:cNvPr>
          <p:cNvSpPr/>
          <p:nvPr userDrawn="1"/>
        </p:nvSpPr>
        <p:spPr>
          <a:xfrm>
            <a:off x="11281590" y="2070656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Graphic 11">
            <a:extLst>
              <a:ext uri="{FF2B5EF4-FFF2-40B4-BE49-F238E27FC236}">
                <a16:creationId xmlns:a16="http://schemas.microsoft.com/office/drawing/2014/main" id="{BB13A13C-36EA-4B13-9175-C5FE95B34D33}"/>
              </a:ext>
            </a:extLst>
          </p:cNvPr>
          <p:cNvSpPr/>
          <p:nvPr userDrawn="1"/>
        </p:nvSpPr>
        <p:spPr>
          <a:xfrm>
            <a:off x="10969280" y="178001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3040"/>
            <a:ext cx="9144000" cy="2340864"/>
          </a:xfrm>
        </p:spPr>
        <p:txBody>
          <a:bodyPr anchor="b">
            <a:normAutofit/>
          </a:bodyPr>
          <a:lstStyle>
            <a:lvl1pPr algn="ctr">
              <a:defRPr sz="60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858768"/>
            <a:ext cx="9144000" cy="132588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Graphic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10772266" y="3054359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raphic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10724364" y="2515838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Graphic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11024834" y="2787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Graphic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261869" y="2633448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1064053" y="3083338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413405" y="349287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1656" y="841248"/>
            <a:ext cx="4434840" cy="3236976"/>
          </a:xfrm>
        </p:spPr>
        <p:txBody>
          <a:bodyPr anchor="b"/>
          <a:lstStyle>
            <a:lvl1pPr algn="l">
              <a:lnSpc>
                <a:spcPct val="110000"/>
              </a:lnSpc>
              <a:spcBef>
                <a:spcPts val="1000"/>
              </a:spcBef>
              <a:defRPr sz="3600" b="0" i="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5" y="4498848"/>
            <a:ext cx="4434835" cy="510474"/>
          </a:xfrm>
        </p:spPr>
        <p:txBody>
          <a:bodyPr/>
          <a:lstStyle>
            <a:lvl1pPr marL="0" indent="0" algn="l">
              <a:lnSpc>
                <a:spcPct val="11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01752"/>
            <a:ext cx="5221224" cy="6263640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65125"/>
            <a:ext cx="10771632" cy="1325563"/>
          </a:xfrm>
        </p:spPr>
        <p:txBody>
          <a:bodyPr/>
          <a:lstStyle>
            <a:lvl1pPr>
              <a:defRPr sz="54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72" y="1825625"/>
            <a:ext cx="10771632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03920" y="841248"/>
            <a:ext cx="363016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11202264" y="344083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11563141" y="59091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4752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4848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raphic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84848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84848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983480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83480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31352" y="1769269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31352" y="2593181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91656" y="804672"/>
            <a:ext cx="4434840" cy="886968"/>
          </a:xfrm>
        </p:spPr>
        <p:txBody>
          <a:bodyPr anchor="b"/>
          <a:lstStyle>
            <a:lvl1pPr algn="l">
              <a:defRPr sz="5400" b="0" i="0" cap="none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4" y="1801368"/>
            <a:ext cx="4434840" cy="4754880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108960"/>
            <a:ext cx="5221224" cy="3447288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3464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Picture Placeholder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44952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77111" y="407499"/>
            <a:ext cx="1952279" cy="1952279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28345" y="1972581"/>
            <a:ext cx="2290065" cy="227350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579539" y="4386312"/>
            <a:ext cx="3119293" cy="2462810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905" y="4018982"/>
            <a:ext cx="3854161" cy="2839018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0" y="585216"/>
            <a:ext cx="5276088" cy="2276856"/>
          </a:xfrm>
        </p:spPr>
        <p:txBody>
          <a:bodyPr anchor="b"/>
          <a:lstStyle>
            <a:lvl1pPr algn="r">
              <a:defRPr sz="48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Graphic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472366" y="1859534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2014523" y="3146867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5404920" y="450829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0" y="3127248"/>
            <a:ext cx="5276088" cy="1124712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7201" y="1907032"/>
            <a:ext cx="6272784" cy="2843784"/>
          </a:xfrm>
        </p:spPr>
        <p:txBody>
          <a:bodyPr>
            <a:normAutofit fontScale="90000"/>
          </a:bodyPr>
          <a:lstStyle/>
          <a:p>
            <a:r>
              <a:rPr lang="en-US" sz="5400" spc="400" dirty="0">
                <a:solidFill>
                  <a:schemeClr val="bg1"/>
                </a:solidFill>
              </a:rPr>
              <a:t>FIT5147: Data visualization project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5 sheet design methodology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3381" y="4750816"/>
            <a:ext cx="5093208" cy="1197864"/>
          </a:xfrm>
        </p:spPr>
        <p:txBody>
          <a:bodyPr/>
          <a:lstStyle/>
          <a:p>
            <a:r>
              <a:rPr lang="en-US" sz="2000" dirty="0">
                <a:solidFill>
                  <a:schemeClr val="bg1"/>
                </a:solidFill>
              </a:rPr>
              <a:t>Vignesh Ganesan</a:t>
            </a:r>
          </a:p>
          <a:p>
            <a:r>
              <a:rPr lang="en-US" dirty="0"/>
              <a:t>30805406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15FF41-AFA4-4D25-AB42-AB034F4B4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156" y="-262867"/>
            <a:ext cx="6190488" cy="1179576"/>
          </a:xfrm>
        </p:spPr>
        <p:txBody>
          <a:bodyPr/>
          <a:lstStyle/>
          <a:p>
            <a:r>
              <a:rPr lang="en-US" sz="5400" dirty="0"/>
              <a:t>Introduction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81FA9-F3B0-4912-B0E1-352094195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156" y="1755648"/>
            <a:ext cx="6190488" cy="334670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Application of the 5SD methodology for the DVP.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Dataset is multi-variate and mix of different types of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Primary focus on presenting the distinction between the winners and other teams.</a:t>
            </a:r>
          </a:p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6AE2454-CE9A-4A6B-AB5A-349E0D967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334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CC13E-9F96-3AB2-D91D-45958F680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35BA6D-E4FA-6A9E-9BC7-B0182122E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522" y="0"/>
            <a:ext cx="4844955" cy="6858000"/>
          </a:xfrm>
          <a:prstGeom prst="rect">
            <a:avLst/>
          </a:prstGeom>
        </p:spPr>
      </p:pic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9F2070F3-BCEC-C840-FC7A-B93F9743D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/>
          <a:p>
            <a:r>
              <a:rPr lang="en-US" dirty="0"/>
              <a:t>Sheet 1</a:t>
            </a:r>
          </a:p>
        </p:txBody>
      </p:sp>
    </p:spTree>
    <p:extLst>
      <p:ext uri="{BB962C8B-B14F-4D97-AF65-F5344CB8AC3E}">
        <p14:creationId xmlns:p14="http://schemas.microsoft.com/office/powerpoint/2010/main" val="592382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E48A5-0BDD-F307-C5C9-5D22AC9D3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Sheet 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A1B0E-5764-9798-C7B8-027C1106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ECE11D-5925-F038-4525-678FF0998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509" y="0"/>
            <a:ext cx="47609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861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A1B0E-5764-9798-C7B8-027C1106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DCF847D2-29FB-56F0-F6C2-35AE2FDB3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/>
          <a:p>
            <a:r>
              <a:rPr lang="en-US" dirty="0"/>
              <a:t>Sheet 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A836CE-D3CE-4056-8543-9F7C02BFD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725" y="0"/>
            <a:ext cx="45465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116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A1B0E-5764-9798-C7B8-027C1106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DA58DF04-CE67-CBDE-5009-D5B63A5E8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/>
          <a:p>
            <a:r>
              <a:rPr lang="en-US" dirty="0"/>
              <a:t>Sheet 4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A6874A-07F5-B191-05C1-069F1BD6B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686" y="0"/>
            <a:ext cx="46546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987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E48A5-0BDD-F307-C5C9-5D22AC9D3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Sheet 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A1B0E-5764-9798-C7B8-027C1106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479EF0-B846-A44F-98B4-CE5DBFF33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437" y="0"/>
            <a:ext cx="46991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84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DAA9E7-0A31-D749-CEAB-D75E9E810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902" y="3001433"/>
            <a:ext cx="1642195" cy="855134"/>
          </a:xfrm>
        </p:spPr>
        <p:txBody>
          <a:bodyPr/>
          <a:lstStyle/>
          <a:p>
            <a:r>
              <a:rPr lang="en-IN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776070948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Univers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Univers" id="{605F9078-86F9-4258-A3E1-F8EFF02AE8CC}" vid="{4848699B-BB01-41E3-9EC4-3D97DFE529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9919F73-B6C2-4A43-95E2-833EC48925FE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ABC329F5-30EE-4BF7-AA2A-B837B51416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{B62D189E-F942-436B-94E3-4256213C4041}tf89338750_win32</Template>
  <TotalTime>18</TotalTime>
  <Words>64</Words>
  <Application>Microsoft Office PowerPoint</Application>
  <PresentationFormat>Widescreen</PresentationFormat>
  <Paragraphs>19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Univers</vt:lpstr>
      <vt:lpstr>GradientUnivers</vt:lpstr>
      <vt:lpstr>FIT5147: Data visualization project 5 sheet design methodology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FIT5147: Data visualization project 5 sheet design methedology</dc:title>
  <dc:creator>Vignesh Ganesan</dc:creator>
  <cp:lastModifiedBy>Vignesh Ganesan</cp:lastModifiedBy>
  <cp:revision>19</cp:revision>
  <dcterms:created xsi:type="dcterms:W3CDTF">2022-05-16T15:04:40Z</dcterms:created>
  <dcterms:modified xsi:type="dcterms:W3CDTF">2022-06-16T21:03:17Z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