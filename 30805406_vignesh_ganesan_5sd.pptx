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3"/>
  </p:notesMasterIdLst>
  <p:sldIdLst>
    <p:sldId id="306" r:id="rId5"/>
    <p:sldId id="308" r:id="rId6"/>
    <p:sldId id="309" r:id="rId7"/>
    <p:sldId id="310" r:id="rId8"/>
    <p:sldId id="311" r:id="rId9"/>
    <p:sldId id="312" r:id="rId10"/>
    <p:sldId id="313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4967" autoAdjust="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5/17/2022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201" y="1907032"/>
            <a:ext cx="6272784" cy="2843784"/>
          </a:xfrm>
        </p:spPr>
        <p:txBody>
          <a:bodyPr>
            <a:normAutofit fontScale="90000"/>
          </a:bodyPr>
          <a:lstStyle/>
          <a:p>
            <a:r>
              <a:rPr lang="en-US" sz="5400" spc="400" dirty="0">
                <a:solidFill>
                  <a:schemeClr val="bg1"/>
                </a:solidFill>
              </a:rPr>
              <a:t>FIT5147: Data visualization project</a:t>
            </a:r>
            <a:br>
              <a:rPr lang="en-US" sz="5400" spc="400" dirty="0">
                <a:solidFill>
                  <a:schemeClr val="bg1"/>
                </a:solidFill>
              </a:rPr>
            </a:br>
            <a:r>
              <a:rPr lang="en-US" sz="5400" spc="400" dirty="0">
                <a:solidFill>
                  <a:schemeClr val="bg1"/>
                </a:solidFill>
              </a:rPr>
              <a:t>5 sheet design methodology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3381" y="4750816"/>
            <a:ext cx="5093208" cy="1197864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Vignesh Ganesan</a:t>
            </a:r>
          </a:p>
          <a:p>
            <a:r>
              <a:rPr lang="en-US" dirty="0"/>
              <a:t>30805406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-262867"/>
            <a:ext cx="6190488" cy="1179576"/>
          </a:xfrm>
        </p:spPr>
        <p:txBody>
          <a:bodyPr/>
          <a:lstStyle/>
          <a:p>
            <a:r>
              <a:rPr lang="en-US" sz="5400" dirty="0"/>
              <a:t>Introduction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56" y="1755648"/>
            <a:ext cx="6190488" cy="33467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Application of the 5SD methodology for the DVP.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Dataset is multi-variate and mix of different types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Primary focus on presenting the distinction between the winners and other teams.</a:t>
            </a:r>
          </a:p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CC13E-9F96-3AB2-D91D-45958F68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35BA6D-E4FA-6A9E-9BC7-B0182122E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22" y="0"/>
            <a:ext cx="4844955" cy="6858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F2070F3-BCEC-C840-FC7A-B93F9743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/>
          <a:p>
            <a:r>
              <a:rPr lang="en-US" dirty="0"/>
              <a:t>Sheet 1</a:t>
            </a:r>
          </a:p>
        </p:txBody>
      </p:sp>
    </p:spTree>
    <p:extLst>
      <p:ext uri="{BB962C8B-B14F-4D97-AF65-F5344CB8AC3E}">
        <p14:creationId xmlns:p14="http://schemas.microsoft.com/office/powerpoint/2010/main" val="59238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E48A5-0BDD-F307-C5C9-5D22AC9D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Sheet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1B0E-5764-9798-C7B8-027C1106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ECE11D-5925-F038-4525-678FF099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509" y="0"/>
            <a:ext cx="4760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6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1B0E-5764-9798-C7B8-027C1106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CF847D2-29FB-56F0-F6C2-35AE2FDB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/>
          <a:p>
            <a:r>
              <a:rPr lang="en-US" dirty="0"/>
              <a:t>Sheet 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A836CE-D3CE-4056-8543-9F7C02BF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25" y="0"/>
            <a:ext cx="4546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1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1B0E-5764-9798-C7B8-027C1106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A58DF04-CE67-CBDE-5009-D5B63A5E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/>
          <a:p>
            <a:r>
              <a:rPr lang="en-US" dirty="0"/>
              <a:t>Sheet 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6874A-07F5-B191-05C1-069F1BD6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86" y="0"/>
            <a:ext cx="4654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87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E48A5-0BDD-F307-C5C9-5D22AC9D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Sheet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1B0E-5764-9798-C7B8-027C1106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79EF0-B846-A44F-98B4-CE5DBFF3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37" y="0"/>
            <a:ext cx="4699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8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AA9E7-0A31-D749-CEAB-D75E9E810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902" y="3001433"/>
            <a:ext cx="1642195" cy="855134"/>
          </a:xfrm>
        </p:spPr>
        <p:txBody>
          <a:bodyPr/>
          <a:lstStyle/>
          <a:p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7607094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{B62D189E-F942-436B-94E3-4256213C4041}tf89338750_win32</Template>
  <TotalTime>15</TotalTime>
  <Words>64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Univers</vt:lpstr>
      <vt:lpstr>GradientUnivers</vt:lpstr>
      <vt:lpstr>FIT5147: Data visualization project 5 sheet design methodology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FIT5147: Data visualization project 5 sheet design methedology</dc:title>
  <dc:creator>Vignesh Ganesan</dc:creator>
  <cp:lastModifiedBy>Vignesh Ganesan</cp:lastModifiedBy>
  <cp:revision>19</cp:revision>
  <dcterms:created xsi:type="dcterms:W3CDTF">2022-05-16T15:04:40Z</dcterms:created>
  <dcterms:modified xsi:type="dcterms:W3CDTF">2022-05-16T15:20:11Z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